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0A3"/>
                </a:solidFill>
                <a:latin typeface="Calibri"/>
              </a:rPr>
              <a:t>EXPERIENCE ASSESSMENT  ·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FanDuel Help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Digital Care
Prepared for FanDuel  ·  Advisory +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B"/>
                </a:solidFill>
                <a:latin typeface="Calibri"/>
              </a:rPr>
              <a:t>1  / 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2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What this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5212080" cy="42062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1521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This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Current-state diagnosis of the help experience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Design direction: homepage, articles, IA, agent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How we should choose Agentforce hosting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212080" cy="42062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521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This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508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cost or savings case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delivery roadmap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recommendation to migrate to Casey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The chatbot should become an Agent. Where that agent lives depends on use cases we are still validating.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3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The help site is an extension of the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2651760" cy="1965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60A3"/>
                </a:solidFill>
                <a:latin typeface="Calibri"/>
              </a:rPr>
              <a:t>5.76M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B73"/>
                </a:solidFill>
                <a:latin typeface="Calibri"/>
              </a:rPr>
              <a:t>Site visitors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051560"/>
            <a:ext cx="2651760" cy="1965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80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60A3"/>
                </a:solidFill>
                <a:latin typeface="Calibri"/>
              </a:rPr>
              <a:t>1.80M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B73"/>
                </a:solidFill>
                <a:latin typeface="Calibri"/>
              </a:rPr>
              <a:t>Chats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51560"/>
            <a:ext cx="2651760" cy="1965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60A3"/>
                </a:solidFill>
                <a:latin typeface="Calibri"/>
              </a:rPr>
              <a:t>31.3%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B73"/>
                </a:solidFill>
                <a:latin typeface="Calibri"/>
              </a:rPr>
              <a:t>Overall chat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051560"/>
            <a:ext cx="2651760" cy="1965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280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60A3"/>
                </a:solidFill>
                <a:latin typeface="Calibri"/>
              </a:rP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B73"/>
                </a:solidFill>
                <a:latin typeface="Calibri"/>
              </a:rPr>
              <a:t>Visits from a FanDuel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91% mobile or tablet   ·   ~275k external / organic visits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45"/>
                </a:solidFill>
                <a:latin typeface="Calibri"/>
              </a:rPr>
              <a:t>Four in five users are already in the product. The site treats every visitor the same — no app context, no personalisation, no continuity.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4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Five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0A3"/>
                </a:solidFill>
                <a:latin typeface="Calibri"/>
              </a:rPr>
              <a:t>1  Search is buried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Five category tiles above the fold; search is a header icon.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0A3"/>
                </a:solidFill>
                <a:latin typeface="Calibri"/>
              </a:rPr>
              <a:t>2  No app context is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Casino and DFS see the same homepage. Chat starts at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0A3"/>
                </a:solidFill>
                <a:latin typeface="Calibri"/>
              </a:rPr>
              <a:t>3  Articles bleed to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Two different jobs — self-service format vs Necessary Transfer routing.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0A3"/>
                </a:solidFill>
                <a:latin typeface="Calibri"/>
              </a:rPr>
              <a:t>4  Taxonomy is product-led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16 categories follow FanDuel’s org chart, not user intent.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0A3"/>
                </a:solidFill>
                <a:latin typeface="Calibri"/>
              </a:rPr>
              <a:t>5  Chat handoff has no 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Customers repeat themselves. Agents start cold.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5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Chat rate is two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Do not read this as one deflection problem.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645920"/>
                <a:gridCol w="1645920"/>
                <a:gridCol w="2834640"/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Article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Visitors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Chat rate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Location Troubleshooting 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673,000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Performing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Why Am I Unable to Verify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108,000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22.6%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Self-service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Password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Self-service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Change My Password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39.1%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Self-service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2FA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Self-service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How to Contact FanDuel Support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48.5%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Used as a contact path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Account 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Necessary Transfer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Contact Us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61.8%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Necessary Transfer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44068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73"/>
                </a:solidFill>
                <a:latin typeface="Calibri"/>
              </a:rPr>
              <a:t>Location works because of an app deeplink. Password / verify / 2FA need steps. Account Locked and Contact Us need routing — not a how-to rewrite.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6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Current homepage — category first, search 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60120"/>
            <a:ext cx="283464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60120"/>
            <a:ext cx="28346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033272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45"/>
                </a:solidFill>
                <a:latin typeface="Calibri"/>
              </a:rPr>
              <a:t>FanDuel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4630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icon only — buried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My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579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Manage My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How to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Rewards &amp; Promos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004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State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4787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All-Star FAQs below 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9534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Chat = small floating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Search is an icon in the header, not the way in.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Five tiles force product-category navigation before intent.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No trending or personalised content.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Chat is an afterthought, not a service path.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 Casino player and a DFS player see the same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7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The opportunity is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82% arrive from a FanDuel app with a product, a session, and often a failed action. Today they leave that context, land on a generic homepage, and repeat themselves to a chatbot that starts at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3520440" cy="20116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F45"/>
                </a:solidFill>
                <a:latin typeface="Calibri"/>
              </a:rPr>
              <a:t>Self-service does not match how people arrive.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606040"/>
            <a:ext cx="3520440" cy="20116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00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F45"/>
                </a:solidFill>
                <a:latin typeface="Calibri"/>
              </a:rPr>
              <a:t>Necessary Transfer is mixed with avoidable contact.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06040"/>
            <a:ext cx="3520440" cy="201168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B1F45"/>
                </a:solidFill>
                <a:latin typeface="Calibri"/>
              </a:rPr>
              <a:t>The agent surface is disconnected from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Same intents, same content, and — if architecture allows — the same agent from app and Help Portal, with context passed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8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Do this either way — it does not wait on Aura vs Casey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515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85800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is independent of platform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Search as the homepage hero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Fixes buried search on any Experience Cloud surface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Top-10 article rewrites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Format: steps, trees, inline actions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Location-style deeplinks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5.5% chat article already proves the pattern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Intent-led IA (16 → 5)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Taxonomy and redirects; still authored either way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App → help context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Continuity is a parameter contract, not a Casey feature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An agent cannot resolve what the content cannot express in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9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The chatbot should become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Calibri"/>
              </a:rPr>
              <a:t>That is the strategic call. Hosting is still open. We are not recommending a platform in this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44805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721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A  —  Independent Agentforce on current 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Stay on Experience Cloud (Aura)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Agentforce on the help site that exists today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Can still do: search hero, step articles, deeplinks, intent IA, URL context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App surface still needs a contract with app teams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CMS: Salesforce-as-CMS constraints remain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B  —  Casey Help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2880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LWR Help Portal: site + agent as one product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Dedicated content layer (CMS friction)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In-app is an advantage only if the portal agent is the same agent the apps would open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Do not treat in-app embed as a Casey feature until that validates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10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The question we are validating with Agent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0881360" cy="19659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45"/>
                </a:solidFill>
                <a:latin typeface="Calibri"/>
              </a:rPr>
              <a:t>If the FanDuel app opens an agent, is that the same agent as the Help Portal agent — and can that agent orchestrate subagents (SBK, Casino, DFS, RG)?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If 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461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Casey is the stronger hosting fit — one agent definition, one content layer, multiple surfaces.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If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20624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Independent Agentforce on the current site may be cleaner. In-app is a separate 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If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1663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Do not bind the experience work to Casey. Keep A and B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11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Experience recommendations  ·  independent of A vs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1   Make search the homepage. Category tiles become secondary to intent.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2   Rewrite high-bleed self-service articles into steps, trees, and deep links. Necessary Transfer is routing, not a how-to.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3   Lead IA with user intent, not product lines. Replicate the Location deeplink across Login, Deposit, Withdrawal, Verify.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4   Upgrade the chatbot to an Agent. Choose independent vs Casey once the same-agent question is answered.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5   Pass app context (product, user_id, account_status, last_page) into whatever help or agent surface opens.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12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Proposed homepage — search first (either path)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60120"/>
            <a:ext cx="283464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60120"/>
            <a:ext cx="28346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033272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45"/>
                </a:solidFill>
                <a:latin typeface="Calibri"/>
              </a:rPr>
              <a:t>FanDuel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4630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How can we help?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as the 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579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Quick actions (app-aware)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Location   ·   Deposit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Withdrawal   ·  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004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Trending (Amplitude)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4787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Reset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9534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Withdrawal timelines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4281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Verify my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59028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Chat with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This is the experience recommendation on Aura or Casey — not a Casey-only design.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Search is the way in.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Quick actions can use app source (product).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Trending is Amplitude-driven, not a static FAQ list.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Chat is a clear CTA. No invented wait-time SLA.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13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Articles as steps — then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60120"/>
            <a:ext cx="283464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60120"/>
            <a:ext cx="28346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033272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45"/>
                </a:solidFill>
                <a:latin typeface="Calibri"/>
              </a:rPr>
              <a:t>Article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46304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How to Reset Your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1051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1. Open the app, tap Log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5798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2. Tap Forgot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3. Enter email, Send Reset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Reset password now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0040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4787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Still stuck?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9534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Chat with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2801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Numbered steps replace narrative paragraphs.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Inline deep link to the actual app action.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Chat appears after the self-service path — not floating over the content.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Same pattern for verify, 2FA, deposits, withdrawals.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14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In-app agent is an experience target — not a Casey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283464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28346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078992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45"/>
                </a:solidFill>
                <a:latin typeface="Calibri"/>
              </a:rPr>
              <a:t>Sportsbook  ·  Jordan · SBK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5087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Bet Slip   ·   My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562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Promos   ·  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0370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5117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Need help?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9864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Ask me anything about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46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your account.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935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Get help 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005840"/>
            <a:ext cx="283464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1005840"/>
            <a:ext cx="283464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1078992"/>
            <a:ext cx="2615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45"/>
                </a:solidFill>
                <a:latin typeface="Calibri"/>
              </a:rPr>
              <a:t>Support  ·  context loaded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150876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Logged in as Jordan · SBK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185623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 Jordan. I can see you’re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9624" y="220370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on Sportsbook. What’s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551176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going 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2898648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9624" y="3246120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Issue with a 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3593592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My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9624" y="3941064"/>
            <a:ext cx="2542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Deposit / withdrawal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1887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User never leaves the app.
Requires the context contract — and, if validated, the same agent definition as the Help Portal rather than a second bot.
Pending Agent-team confirmation on same-agent and subagents.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15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Intent-led IA  ·  16 product categories → 5 intents + Get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Log In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Reset · Locked · 2FA · Verify ·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097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Money In &amp;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Deposit · Withdrawal · Failed · Promos · Tax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8" y="1097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8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Bets, Games &amp;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Placed · Live · Disputes · Rules ·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Responsible Gaming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Limits · Break · Reality checks · State RG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3383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3611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State Rules &amp;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can I play · Location check ·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8" y="3383280"/>
            <a:ext cx="3566160" cy="205740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8" y="3611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0A3"/>
                </a:solidFill>
                <a:latin typeface="Calibri"/>
              </a:rPr>
              <a:t>Get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Agentforce · Talk to a person · Complaint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73"/>
                </a:solidFill>
                <a:latin typeface="Calibri"/>
              </a:rPr>
              <a:t>Users think “I can’t withdraw,” not “I have a Casino question.”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16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What the agent handles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566160" cy="40233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109728" cy="4023360"/>
          </a:xfrm>
          <a:prstGeom prst="rect">
            <a:avLst/>
          </a:prstGeom>
          <a:solidFill>
            <a:srgbClr val="2E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Tier 1  ·  Full self-service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Password reset, 2FA, deposit status, location check, verify account status.
Agent gives steps + deep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097280"/>
            <a:ext cx="3566160" cy="40233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097280"/>
            <a:ext cx="109728" cy="4023360"/>
          </a:xfrm>
          <a:prstGeom prst="rect">
            <a:avLst/>
          </a:prstGeom>
          <a:solidFill>
            <a:srgbClr val="8C4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280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Tier 2  ·  Guided + hand-off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Withdrawal delays, failed transactions, bet dispute (info), promo eligibility.
Info first; escalate if unresolved.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8" y="1097280"/>
            <a:ext cx="3566160" cy="402336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8" y="1097280"/>
            <a:ext cx="109728" cy="4023360"/>
          </a:xfrm>
          <a:prstGeom prst="rect">
            <a:avLst/>
          </a:prstGeom>
          <a:solidFill>
            <a:srgbClr val="5C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8" y="1280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Tier 3  ·  Human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1945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Account locked/suspended, identity fraud, regulatory complaint, RG escalation.
Acknowledge, set expectations, route immediately.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45"/>
                </a:solidFill>
                <a:latin typeface="Calibri"/>
              </a:rPr>
              <a:t>Tier 3 is a routing problem. Tier 1 is a content and action problem. Do not design them as the same article pattern.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17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Responsible Gaming gate  —  hard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If a session or account has any active RG flag (cooling off, self-exclusion, limit alert), the agent must: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   Acknowledge the user warmly and without judgement.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2   Surface only RG support resources and state-mandated contacts.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3   Not offer or discuss bonuses, promotions, or incentives in the same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Non-configurable. If subagents are supported, RG is a hard-gated subagent (or pre-agent policy), not a topic the general agent improvises.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18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Continuity lives in this contract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9728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5486400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0B1F4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App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Product-relevant replies; route to subagent if allowed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user_id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Authenticated session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Greet by name; skip account lookup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account_status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API on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Proactive alert if the account has an issue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last_page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App navigation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“I can see you were looking at withdrawals…”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45"/>
                </a:solidFill>
                <a:latin typeface="Calibri"/>
              </a:rPr>
              <a:t>Applies whether the surface is the current site, Casey, or an agent opened from the app.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</a:rPr>
              <a:t>FanDuel Help Portal  ·  Experience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537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6B73"/>
                </a:solidFill>
                <a:latin typeface="Calibri"/>
              </a:rPr>
              <a:t>19  /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45"/>
                </a:solidFill>
                <a:latin typeface="Calibri"/>
              </a:rPr>
              <a:t>What we are validating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05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45"/>
                </a:solidFill>
                <a:latin typeface="Calibri"/>
              </a:rPr>
              <a:t>Same agent in the app and on the Help Portal — and can it support subagents?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89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Agent teams  ·  decides A vs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45"/>
                </a:solidFill>
                <a:latin typeface="Calibri"/>
              </a:rPr>
              <a:t>Current chatbot platform /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500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Digital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45"/>
                </a:solidFill>
                <a:latin typeface="Calibri"/>
              </a:rPr>
              <a:t>Which app teams own support entry in SBK / Casino / DFS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1012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The context contract needs 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86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45"/>
                </a:solidFill>
                <a:latin typeface="Calibri"/>
              </a:rPr>
              <a:t>Amplitude / search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702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Trending and search-gap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0A3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46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45"/>
                </a:solidFill>
                <a:latin typeface="Calibri"/>
              </a:rPr>
              <a:t>Content owner for 16 → 5 taxonomy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303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73"/>
                </a:solidFill>
                <a:latin typeface="Calibri"/>
              </a:rPr>
              <a:t>Recommended either 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0A3"/>
                </a:solidFill>
                <a:latin typeface="Calibri"/>
              </a:rPr>
              <a:t>FANDUEL HELP PORTAL  ·  DIGITAL CARE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Experience first.
Agent next.
Hosting when the architecture is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Do the experience work either way.  Upgrade the chatbot to an Agent.
Choose independent vs Casey when we know whether the app opens the same agent — with subagents.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BAB"/>
                </a:solidFill>
                <a:latin typeface="Calibri"/>
              </a:rPr>
              <a:t>20  /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